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59" r:id="rId4"/>
    <p:sldId id="262" r:id="rId5"/>
    <p:sldId id="263" r:id="rId6"/>
    <p:sldId id="264" r:id="rId7"/>
    <p:sldId id="265" r:id="rId8"/>
    <p:sldId id="267" r:id="rId9"/>
    <p:sldId id="268" r:id="rId10"/>
    <p:sldId id="269" r:id="rId11"/>
    <p:sldId id="270" r:id="rId12"/>
    <p:sldId id="266" r:id="rId13"/>
    <p:sldId id="28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90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57A3"/>
    <a:srgbClr val="455F98"/>
    <a:srgbClr val="4C546B"/>
    <a:srgbClr val="7B90A4"/>
    <a:srgbClr val="FDECE2"/>
    <a:srgbClr val="BED4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 dirty="0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28CCD-4C47-4072-86D1-A644F1C7CBDF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 dirty="0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 dirty="0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AC94E-CF11-4FA2-8837-0F922B5B3FED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51559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2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789904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3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756381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4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33888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5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919904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6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794684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7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05362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8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71215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9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193310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10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052319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11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848447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12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987431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9035-54F0-BC65-8E53-419EF783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8D1D050C-BD62-A90A-1B13-FC183B744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D2F93B02-6D06-4499-2CC6-239D0ED4B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  <a:endParaRPr lang="th-TH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5703114-DB91-580F-B956-B8947C661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13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557277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14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542999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15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993771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16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30247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17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244557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18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948728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19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7757304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20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6087073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21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6753428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62734-375B-3A62-437D-2614BF9F1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0EF0D5E4-28B1-B917-CF55-65B7F34F3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8F57C28E-4332-2E78-AF76-403D53FAE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  <a:endParaRPr lang="th-TH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E749EB4-A2E5-8692-333B-A0DA91562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22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264670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23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7295439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24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9683902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Verse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25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393592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26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265595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27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48953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28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653630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29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5444010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30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640100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31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5614709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Chorus</a:t>
            </a:r>
            <a:endParaRPr lang="th-TH" dirty="0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C94E-CF11-4FA2-8837-0F922B5B3FED}" type="slidenum">
              <a:rPr lang="th-TH" smtClean="0"/>
              <a:t>32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55983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84C0971-20F7-3FB6-CBE5-5BD9522FC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4FCB8740-F2DF-8F3C-0C33-D7BDA39E1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159D24B6-E604-F69C-43E8-C967B6F6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C684-BB82-4759-BEFE-8586DFBC4947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F12AD83-39F9-B292-555B-3D371151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8E65A6A-BB54-8D3B-566C-A58047CB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A9583-3531-479F-A554-647FEBF35BE8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38142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866133F-B8FE-EC18-6EEF-F65A20B98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1A12F775-74EE-799F-DF8C-286C44393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2F81D760-5E12-9375-E322-77D89B34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C684-BB82-4759-BEFE-8586DFBC4947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9C02140-05D2-1B86-D20F-99CE5FA3D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E36EA3E3-CE77-3735-08CF-E4A25F11A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A9583-3531-479F-A554-647FEBF35BE8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756284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1168966-3836-1B8D-4E64-B2B15D21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0C07AB88-F90F-974C-BE11-B236C8A2E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364D46B-0CF0-B118-697B-D368C9E1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C684-BB82-4759-BEFE-8586DFBC4947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4099ADA0-45BA-8F5B-12B8-4F293486E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B2A8BE9-500C-786E-373D-2336DD7C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A9583-3531-479F-A554-647FEBF35BE8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88987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82DB543-ABF0-3595-1DF2-2AC050E6D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7387DA1C-875A-756B-58DE-EAD834DCA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9611F541-AB74-0B8C-1AAC-09D68F6DB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131F14F9-A8BA-ADB4-06C7-2B096462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C684-BB82-4759-BEFE-8586DFBC4947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E5166505-2037-4D29-FE7D-F11A4E15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56050E97-8B45-597D-B299-331732F35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A9583-3531-479F-A554-647FEBF35BE8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82213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C4D219-9D6C-CE5F-5C6B-67C00EC9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739DC2E2-7549-A427-7403-0B3E00830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4DBCAB34-0CB8-269C-290D-2C1D5E42D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8FA4C33F-4AEE-3057-C938-73554C8C9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3EA4162B-D4B4-A9C1-2D65-601A5CFA4C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AAA1A49F-D9B4-931D-E9A0-0E5FD3F9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C684-BB82-4759-BEFE-8586DFBC4947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7C6016BC-84BA-21DF-4375-890907FBB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182058FF-985B-08F2-298F-2C393AE2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A9583-3531-479F-A554-647FEBF35BE8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9710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1709843-0503-FB07-1C59-9D930003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59FE80EB-4BB1-239A-3D69-0F57FCB4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C684-BB82-4759-BEFE-8586DFBC4947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8C0846A4-3E43-DF41-88FB-6D984415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F17A3355-1896-7F85-26DA-91BCA22D9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A9583-3531-479F-A554-647FEBF35BE8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9655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742612EB-5335-5849-9BF5-E4221F2A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C684-BB82-4759-BEFE-8586DFBC4947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258A9A21-35C5-06C9-AB92-58D74647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D02F073-4F83-C91A-FF97-D3E28C27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A9583-3531-479F-A554-647FEBF35BE8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42875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EBDC6D1-6F2A-3674-56C0-64130DA78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72BF633F-D35A-55D7-77E1-7FF19F287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94EA62B4-8CE7-9C91-D6D8-787F321A8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5B1EDB68-C547-A70F-5ADB-266EA0AFE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C684-BB82-4759-BEFE-8586DFBC4947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ACF13246-4027-D565-610D-3D7904F7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1A54A1B8-EB2E-4302-C358-8A8ECE22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A9583-3531-479F-A554-647FEBF35BE8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86620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BAF7448-5EAE-D0B5-99E9-DE627A33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EB612207-19CC-BE99-2867-1E3B24B17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 dirty="0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582352BF-74DF-99C0-4CDE-49E23D723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498FFA0E-E906-FE30-1B7E-92065418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C684-BB82-4759-BEFE-8586DFBC4947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D8F22E20-83CA-C2D2-266C-5AE8BB22C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D7260475-9BDB-B221-29C5-A957C21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A9583-3531-479F-A554-647FEBF35BE8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516383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143C05E-AE12-4A1D-B733-0E0443029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85CA005B-D111-DD7C-D9A7-04E31F6F8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42DB1FB-E1FF-4D8E-8A8A-2058EA9D0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C684-BB82-4759-BEFE-8586DFBC4947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BF6E544B-A89E-03C3-F0C3-F9D32FF6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3D915756-98E2-264D-B2E2-CF04C589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A9583-3531-479F-A554-647FEBF35BE8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6077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42F96AA2-2BAE-4FBE-D2B0-54BD821DC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E7C7535C-984F-7CD7-52E1-16C4EFC98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B898512-9CAE-7292-2BEC-963CC184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C684-BB82-4759-BEFE-8586DFBC4947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0CB6516-46B3-185F-FD3A-621C51D2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A37FA02-1245-1374-5B20-B3D6D4F84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A9583-3531-479F-A554-647FEBF35BE8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4193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FF428739-E64F-9910-D581-8E6F032E5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205C2ECC-719C-52A6-7237-4822C9490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310DC7B2-3398-B3C4-5A12-E8258B554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9C684-BB82-4759-BEFE-8586DFBC4947}" type="datetimeFigureOut">
              <a:rPr lang="th-TH" smtClean="0"/>
              <a:t>18/10/68</a:t>
            </a:fld>
            <a:endParaRPr lang="th-TH" dirty="0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F404BEB-A55B-61DC-701B-721688769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 dirty="0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50F6CDA9-3D81-89B5-9B2F-C955C2FC2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A9583-3531-479F-A554-647FEBF35BE8}" type="slidenum">
              <a:rPr lang="th-TH" smtClean="0"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56854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648DE40-05B9-259D-6115-4ACF266E76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F23E6435-9B5E-CB0F-B39A-1198F356B1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 dirty="0"/>
          </a:p>
        </p:txBody>
      </p:sp>
      <p:pic>
        <p:nvPicPr>
          <p:cNvPr id="1026" name="Picture 2" descr="Why does God want our praise and worship? — Youthworks">
            <a:extLst>
              <a:ext uri="{FF2B5EF4-FFF2-40B4-BE49-F238E27FC236}">
                <a16:creationId xmlns:a16="http://schemas.microsoft.com/office/drawing/2014/main" id="{97F38F23-6751-9891-E65F-0D1508DAF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209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orship Background Pictures | 30,000+ Free Images on Unsplash">
            <a:extLst>
              <a:ext uri="{FF2B5EF4-FFF2-40B4-BE49-F238E27FC236}">
                <a16:creationId xmlns:a16="http://schemas.microsoft.com/office/drawing/2014/main" id="{B99112BF-876F-A997-360F-39E18CF17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41" y="-1304587"/>
            <a:ext cx="12243881" cy="816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46CEF92-6B4D-B445-B212-BF19A7F61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13924"/>
            <a:ext cx="10515600" cy="1325563"/>
          </a:xfrm>
          <a:solidFill>
            <a:schemeClr val="tx2"/>
          </a:solidFill>
        </p:spPr>
        <p:txBody>
          <a:bodyPr>
            <a:normAutofit fontScale="90000"/>
          </a:bodyPr>
          <a:lstStyle/>
          <a:p>
            <a:pPr algn="ctr"/>
            <a:r>
              <a:rPr lang="th-TH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+mn-cs"/>
              </a:rPr>
              <a:t>ชีวีเราอยู่ในพระองค์ กำลังเราอยู่ในพระองค์ </a:t>
            </a:r>
            <a:endParaRPr lang="th-TH" sz="6600" b="1" dirty="0">
              <a:solidFill>
                <a:schemeClr val="bg1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53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4327344-452A-A2F3-A42E-2DDF4DD08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FC3A0022-1939-3125-C9F9-4D97F9E3C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 dirty="0"/>
          </a:p>
        </p:txBody>
      </p:sp>
      <p:pic>
        <p:nvPicPr>
          <p:cNvPr id="4" name="Picture 2" descr="Worship Background Pictures | 30,000+ Free Images on Unsplash">
            <a:extLst>
              <a:ext uri="{FF2B5EF4-FFF2-40B4-BE49-F238E27FC236}">
                <a16:creationId xmlns:a16="http://schemas.microsoft.com/office/drawing/2014/main" id="{A4A3BA1E-3E29-29DD-C8C7-329D6DCD1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41" y="-1304587"/>
            <a:ext cx="12243881" cy="816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ชื่อเรื่อง 1">
            <a:extLst>
              <a:ext uri="{FF2B5EF4-FFF2-40B4-BE49-F238E27FC236}">
                <a16:creationId xmlns:a16="http://schemas.microsoft.com/office/drawing/2014/main" id="{FBC727AB-816C-DD8F-7FB1-CC14E47CDE34}"/>
              </a:ext>
            </a:extLst>
          </p:cNvPr>
          <p:cNvSpPr txBox="1">
            <a:spLocks/>
          </p:cNvSpPr>
          <p:nvPr/>
        </p:nvSpPr>
        <p:spPr>
          <a:xfrm>
            <a:off x="838199" y="2113924"/>
            <a:ext cx="10515600" cy="1325563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600" b="1" dirty="0">
                <a:solidFill>
                  <a:schemeClr val="bg1"/>
                </a:solidFill>
                <a:latin typeface="Arial" panose="020B0604020202020204" pitchFamily="34" charset="0"/>
                <a:cs typeface="+mn-cs"/>
              </a:rPr>
              <a:t>ความวางใจเราอยู่ในพระองค์ ในพระองค์ </a:t>
            </a:r>
            <a:endParaRPr lang="th-TH" sz="6600" b="1" dirty="0">
              <a:solidFill>
                <a:schemeClr val="bg1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540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33AE9-E014-ECAD-48DF-EBF0669E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784C146-FDA8-72F0-C18B-0BAA58CC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4BD6D1-9282-18FD-246F-2C3953CBC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 dirty="0"/>
          </a:p>
        </p:txBody>
      </p:sp>
      <p:pic>
        <p:nvPicPr>
          <p:cNvPr id="4" name="Picture 2" descr="Worship Background Pictures | 30,000+ Free Images on Unsplash">
            <a:extLst>
              <a:ext uri="{FF2B5EF4-FFF2-40B4-BE49-F238E27FC236}">
                <a16:creationId xmlns:a16="http://schemas.microsoft.com/office/drawing/2014/main" id="{61DF832E-1650-9CA4-36EA-FE461DBED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41" y="-1304587"/>
            <a:ext cx="12243881" cy="816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ชื่อเรื่อง 1">
            <a:extLst>
              <a:ext uri="{FF2B5EF4-FFF2-40B4-BE49-F238E27FC236}">
                <a16:creationId xmlns:a16="http://schemas.microsoft.com/office/drawing/2014/main" id="{96FAA4AA-EEAA-2357-575E-A1D8916C64A5}"/>
              </a:ext>
            </a:extLst>
          </p:cNvPr>
          <p:cNvSpPr txBox="1">
            <a:spLocks/>
          </p:cNvSpPr>
          <p:nvPr/>
        </p:nvSpPr>
        <p:spPr>
          <a:xfrm>
            <a:off x="838199" y="2113924"/>
            <a:ext cx="10515600" cy="1325563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600" b="1" dirty="0">
                <a:solidFill>
                  <a:schemeClr val="bg1"/>
                </a:solidFill>
                <a:latin typeface="Arial" panose="020B0604020202020204" pitchFamily="34" charset="0"/>
                <a:cs typeface="+mn-cs"/>
              </a:rPr>
              <a:t> เราจะสรรเสริญ  ด้วยสุดสิ้นดวงจิต</a:t>
            </a:r>
            <a:endParaRPr lang="th-TH" sz="6600" b="1" dirty="0">
              <a:solidFill>
                <a:schemeClr val="bg1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97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6492-DA0A-E19D-4FD1-65E494D1C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7ECDDC4-A2E4-E6AC-76D8-89405BE59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B3EFD67C-52E4-C9BD-A13B-16C3916FF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 dirty="0"/>
          </a:p>
        </p:txBody>
      </p:sp>
      <p:pic>
        <p:nvPicPr>
          <p:cNvPr id="4" name="Picture 2" descr="Worship Background Pictures | 30,000+ Free Images on Unsplash">
            <a:extLst>
              <a:ext uri="{FF2B5EF4-FFF2-40B4-BE49-F238E27FC236}">
                <a16:creationId xmlns:a16="http://schemas.microsoft.com/office/drawing/2014/main" id="{402F8B87-9CF8-EF66-220A-6B2C7BA35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41" y="-1304587"/>
            <a:ext cx="12243881" cy="816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ชื่อเรื่อง 1">
            <a:extLst>
              <a:ext uri="{FF2B5EF4-FFF2-40B4-BE49-F238E27FC236}">
                <a16:creationId xmlns:a16="http://schemas.microsoft.com/office/drawing/2014/main" id="{86FC0620-2A85-B33F-01B1-BB6F0F4513DF}"/>
              </a:ext>
            </a:extLst>
          </p:cNvPr>
          <p:cNvSpPr txBox="1">
            <a:spLocks/>
          </p:cNvSpPr>
          <p:nvPr/>
        </p:nvSpPr>
        <p:spPr>
          <a:xfrm>
            <a:off x="838199" y="2113924"/>
            <a:ext cx="10515600" cy="1325563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600" b="1" dirty="0">
                <a:solidFill>
                  <a:schemeClr val="bg1"/>
                </a:solidFill>
                <a:latin typeface="Arial" panose="020B0604020202020204" pitchFamily="34" charset="0"/>
                <a:cs typeface="+mn-cs"/>
              </a:rPr>
              <a:t>เราจะสรรเสริญ  ด้วยสุดสิ้นกำลัง </a:t>
            </a:r>
            <a:endParaRPr lang="th-TH" sz="6600" b="1" dirty="0">
              <a:solidFill>
                <a:schemeClr val="bg1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62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963A3-2357-3477-6F8F-3DB5625CE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97451CF-63FE-D2ED-98B6-68F8A365B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101B674B-58FF-7178-CE0D-E88107001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 dirty="0"/>
          </a:p>
        </p:txBody>
      </p:sp>
      <p:pic>
        <p:nvPicPr>
          <p:cNvPr id="4" name="Picture 2" descr="Worship Background Pictures | 30,000+ Free Images on Unsplash">
            <a:extLst>
              <a:ext uri="{FF2B5EF4-FFF2-40B4-BE49-F238E27FC236}">
                <a16:creationId xmlns:a16="http://schemas.microsoft.com/office/drawing/2014/main" id="{08ADCB0C-0395-E0E2-08C0-4ACB9BC3C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41" y="-1304587"/>
            <a:ext cx="12243881" cy="816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ชื่อเรื่อง 1">
            <a:extLst>
              <a:ext uri="{FF2B5EF4-FFF2-40B4-BE49-F238E27FC236}">
                <a16:creationId xmlns:a16="http://schemas.microsoft.com/office/drawing/2014/main" id="{2EA092EC-8C45-9FF7-0187-DE35CCBFBFD6}"/>
              </a:ext>
            </a:extLst>
          </p:cNvPr>
          <p:cNvSpPr txBox="1">
            <a:spLocks/>
          </p:cNvSpPr>
          <p:nvPr/>
        </p:nvSpPr>
        <p:spPr>
          <a:xfrm>
            <a:off x="838199" y="2113924"/>
            <a:ext cx="10515600" cy="1325563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600" b="1" dirty="0">
                <a:solidFill>
                  <a:schemeClr val="bg1"/>
                </a:solidFill>
                <a:latin typeface="Arial" panose="020B0604020202020204" pitchFamily="34" charset="0"/>
                <a:cs typeface="+mn-cs"/>
              </a:rPr>
              <a:t>ด้วยสุดสิ้นชีวิต  ด้วยสุดสิ้นจิตใจ </a:t>
            </a:r>
            <a:endParaRPr lang="th-TH" sz="6600" b="1" dirty="0">
              <a:solidFill>
                <a:schemeClr val="bg1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900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863D3-3FAF-BEFC-667A-2A9AEECDF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118AE0C-0B82-83C2-3968-5716A0277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5D9AB47F-4FB2-F60F-5186-CF616E6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 dirty="0"/>
          </a:p>
        </p:txBody>
      </p:sp>
      <p:pic>
        <p:nvPicPr>
          <p:cNvPr id="4" name="Picture 2" descr="Worship Background Pictures | 30,000+ Free Images on Unsplash">
            <a:extLst>
              <a:ext uri="{FF2B5EF4-FFF2-40B4-BE49-F238E27FC236}">
                <a16:creationId xmlns:a16="http://schemas.microsoft.com/office/drawing/2014/main" id="{F53E8692-ECF8-71A2-2B28-839DA479F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41" y="-1304587"/>
            <a:ext cx="12243881" cy="816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ชื่อเรื่อง 1">
            <a:extLst>
              <a:ext uri="{FF2B5EF4-FFF2-40B4-BE49-F238E27FC236}">
                <a16:creationId xmlns:a16="http://schemas.microsoft.com/office/drawing/2014/main" id="{1F14C6FB-BAE0-F5A6-E214-BF47FE863AED}"/>
              </a:ext>
            </a:extLst>
          </p:cNvPr>
          <p:cNvSpPr txBox="1">
            <a:spLocks/>
          </p:cNvSpPr>
          <p:nvPr/>
        </p:nvSpPr>
        <p:spPr>
          <a:xfrm>
            <a:off x="838199" y="2113924"/>
            <a:ext cx="10515600" cy="1325563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600" b="1" dirty="0">
                <a:solidFill>
                  <a:schemeClr val="bg1"/>
                </a:solidFill>
                <a:latin typeface="Arial" panose="020B0604020202020204" pitchFamily="34" charset="0"/>
                <a:cs typeface="+mn-cs"/>
              </a:rPr>
              <a:t>ความวางใจอยู่ในพระองค์</a:t>
            </a:r>
            <a:endParaRPr lang="th-TH" sz="6600" b="1" dirty="0">
              <a:solidFill>
                <a:schemeClr val="bg1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494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Loop, Looping, Motion. Free Stock Video - Pixabay">
            <a:extLst>
              <a:ext uri="{FF2B5EF4-FFF2-40B4-BE49-F238E27FC236}">
                <a16:creationId xmlns:a16="http://schemas.microsoft.com/office/drawing/2014/main" id="{767F4E12-F52B-4AED-77B8-8F746F141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9DFDE52-EFF8-AA3D-310C-B468981F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346"/>
            <a:ext cx="10515600" cy="2381352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พระเจ้า รักคุณและฉัน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พระทรงนำ พ้นภัยโดยพลัน 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044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C013F-D405-324C-ECED-40ABBA6FD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Loop, Looping, Motion. Free Stock Video - Pixabay">
            <a:extLst>
              <a:ext uri="{FF2B5EF4-FFF2-40B4-BE49-F238E27FC236}">
                <a16:creationId xmlns:a16="http://schemas.microsoft.com/office/drawing/2014/main" id="{12C4D4E7-9941-4AD0-B3B0-1B5D5A1B6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15F1B5D-5E6D-B7C2-1F6E-90D1D3BAA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346"/>
            <a:ext cx="10515600" cy="2381352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เราจะอยู่หนใดจะอยู่ไหนก็ไม่หวั่น 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เพราะพระเจ้ารักคุณและฉัน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372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EA47D-E441-4DC3-FEBD-4B3AF2467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Loop, Looping, Motion. Free Stock Video - Pixabay">
            <a:extLst>
              <a:ext uri="{FF2B5EF4-FFF2-40B4-BE49-F238E27FC236}">
                <a16:creationId xmlns:a16="http://schemas.microsoft.com/office/drawing/2014/main" id="{7225D0A2-7CB6-7582-6146-EA055DDBE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2989882-535B-F267-83B8-F7DA7A236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346"/>
            <a:ext cx="10515600" cy="2381352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แม้ยามที่ฟ้ามืดมิด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โลกมลายกลายเป็นผงคลีดิน 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622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A1BA4-6EA3-16FF-A9D4-44EFDA59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Loop, Looping, Motion. Free Stock Video - Pixabay">
            <a:extLst>
              <a:ext uri="{FF2B5EF4-FFF2-40B4-BE49-F238E27FC236}">
                <a16:creationId xmlns:a16="http://schemas.microsoft.com/office/drawing/2014/main" id="{BB02AB16-1521-B390-6CF9-051589FC4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1BEE7C4-8910-AA32-C635-0AE1B1F79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346"/>
            <a:ext cx="10515600" cy="2381352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เราจะอยู่ในอ้อมอกพระเจ้า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รื่นรมย์สมอุรา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481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orship Pictures - Free Images by Unsplash Contributors">
            <a:extLst>
              <a:ext uri="{FF2B5EF4-FFF2-40B4-BE49-F238E27FC236}">
                <a16:creationId xmlns:a16="http://schemas.microsoft.com/office/drawing/2014/main" id="{55A734A2-9350-0A5A-01B4-97DA2881B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0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206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2AD75-8AE1-EF05-6D37-30FE5370A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orship Pictures - Free Images by Unsplash Contributors">
            <a:extLst>
              <a:ext uri="{FF2B5EF4-FFF2-40B4-BE49-F238E27FC236}">
                <a16:creationId xmlns:a16="http://schemas.microsoft.com/office/drawing/2014/main" id="{E5C66995-B6B3-9C50-12CB-33E7EF9DA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0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5A51791-C8AA-CEB9-5FAC-DB2FE42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372"/>
            <a:ext cx="10515600" cy="2183522"/>
          </a:xfrm>
          <a:solidFill>
            <a:srgbClr val="7B90A4"/>
          </a:solidFill>
        </p:spPr>
        <p:txBody>
          <a:bodyPr>
            <a:normAutofit fontScale="90000"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พระองค์ทรงอยู่ในชีวิตฉัน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ทรงเฝ้ามองอยู่ทุกเวลา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181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9B134-8B73-4FA2-3836-4CA9EB655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orship Pictures - Free Images by Unsplash Contributors">
            <a:extLst>
              <a:ext uri="{FF2B5EF4-FFF2-40B4-BE49-F238E27FC236}">
                <a16:creationId xmlns:a16="http://schemas.microsoft.com/office/drawing/2014/main" id="{9A640891-369E-AB2B-3CC9-2876A4F65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0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8399EF9-D053-3551-560B-E66397911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372"/>
            <a:ext cx="10515600" cy="2183522"/>
          </a:xfrm>
          <a:solidFill>
            <a:srgbClr val="7B90A4"/>
          </a:solidFill>
        </p:spPr>
        <p:txBody>
          <a:bodyPr>
            <a:normAutofit fontScale="90000"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พระหัตถ์พระองค์ล้อมชีวา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นำฉันให้อยู่ในความชอบธรรม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16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C4C44-C796-7CA6-90E4-739AD6BB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orship Pictures - Free Images by Unsplash Contributors">
            <a:extLst>
              <a:ext uri="{FF2B5EF4-FFF2-40B4-BE49-F238E27FC236}">
                <a16:creationId xmlns:a16="http://schemas.microsoft.com/office/drawing/2014/main" id="{FA835F0F-8279-31B9-22BE-A9F7A3B3E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0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D994368-5462-05C7-FABF-F76F6A9C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372"/>
            <a:ext cx="10515600" cy="2183522"/>
          </a:xfrm>
          <a:solidFill>
            <a:srgbClr val="7B90A4"/>
          </a:solidFill>
        </p:spPr>
        <p:txBody>
          <a:bodyPr>
            <a:normAutofit fontScale="90000"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และฉันจึงจับตา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รอคอยพระศิลา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608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A803F-05EB-9702-BA3B-C64E157EC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orship Pictures - Free Images by Unsplash Contributors">
            <a:extLst>
              <a:ext uri="{FF2B5EF4-FFF2-40B4-BE49-F238E27FC236}">
                <a16:creationId xmlns:a16="http://schemas.microsoft.com/office/drawing/2014/main" id="{48B009ED-AAED-FE27-768A-5155B756D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0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BA0DBEC-FC5C-18BA-4A7D-E2D094F7A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372"/>
            <a:ext cx="10515600" cy="2183522"/>
          </a:xfrm>
          <a:solidFill>
            <a:srgbClr val="7B90A4"/>
          </a:solidFill>
        </p:spPr>
        <p:txBody>
          <a:bodyPr>
            <a:normAutofit fontScale="90000"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จะร้องเพลงสรรเสริญ 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เพราะรักพระองค์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071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547F-69D9-C2B3-D5C9-71F39BEB3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orship Pictures - Free Images by Unsplash Contributors">
            <a:extLst>
              <a:ext uri="{FF2B5EF4-FFF2-40B4-BE49-F238E27FC236}">
                <a16:creationId xmlns:a16="http://schemas.microsoft.com/office/drawing/2014/main" id="{143AEF2B-46F2-B6EF-6100-F5753F4C0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0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6AC75C6-4A55-5C7D-DBB7-BFF92C64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372"/>
            <a:ext cx="10515600" cy="2183522"/>
          </a:xfrm>
          <a:solidFill>
            <a:srgbClr val="7B90A4"/>
          </a:solidFill>
        </p:spPr>
        <p:txBody>
          <a:bodyPr>
            <a:normAutofit fontScale="90000"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เพราะความรักพระองค์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มั่นคง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151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0F8B0-0E1C-459A-9DB0-D148830A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orship Pictures - Free Images by Unsplash Contributors">
            <a:extLst>
              <a:ext uri="{FF2B5EF4-FFF2-40B4-BE49-F238E27FC236}">
                <a16:creationId xmlns:a16="http://schemas.microsoft.com/office/drawing/2014/main" id="{F6CAE8C9-0B15-D6A4-B851-47A39CB26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0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A5DE15F-BCC5-1666-4225-BE6952C4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372"/>
            <a:ext cx="10515600" cy="2183522"/>
          </a:xfrm>
          <a:solidFill>
            <a:srgbClr val="7B90A4"/>
          </a:solidFill>
        </p:spPr>
        <p:txBody>
          <a:bodyPr>
            <a:normAutofit fontScale="90000"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ประคองฉันให้อยู่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ในอ้อมแขนนิรันดร์ 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843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AE52D-E705-922C-585C-8FADA24A3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orship Pictures - Free Images by Unsplash Contributors">
            <a:extLst>
              <a:ext uri="{FF2B5EF4-FFF2-40B4-BE49-F238E27FC236}">
                <a16:creationId xmlns:a16="http://schemas.microsoft.com/office/drawing/2014/main" id="{44D1B51C-4526-16BB-6359-E2DC4C67D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0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679F8D-E985-1F54-2E73-CBDFD2CE8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372"/>
            <a:ext cx="10515600" cy="2183522"/>
          </a:xfrm>
          <a:solidFill>
            <a:srgbClr val="7B90A4"/>
          </a:solidFill>
        </p:spPr>
        <p:txBody>
          <a:bodyPr>
            <a:normAutofit fontScale="90000"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ไม่เคยทอดทิ้งฉันไป 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ไม่ว่าอย่างไร 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251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7EF86-13D3-7D25-2AF8-2CA178643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orship Pictures - Free Images by Unsplash Contributors">
            <a:extLst>
              <a:ext uri="{FF2B5EF4-FFF2-40B4-BE49-F238E27FC236}">
                <a16:creationId xmlns:a16="http://schemas.microsoft.com/office/drawing/2014/main" id="{83AFF122-9530-9526-FE19-BC9D6CE91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0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4F8E06B-627D-3DD3-0BB2-33519782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372"/>
            <a:ext cx="10515600" cy="2183522"/>
          </a:xfrm>
          <a:solidFill>
            <a:srgbClr val="7B90A4"/>
          </a:solidFill>
        </p:spPr>
        <p:txBody>
          <a:bodyPr>
            <a:normAutofit fontScale="90000"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ฮา</a:t>
            </a:r>
            <a:r>
              <a:rPr lang="th-TH" sz="80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เล</a:t>
            </a: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ลูยา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ฮา</a:t>
            </a:r>
            <a:r>
              <a:rPr lang="th-TH" sz="80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เล</a:t>
            </a: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ลูยา 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053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age 4k Wallpapers - Wallpaper Cave">
            <a:extLst>
              <a:ext uri="{FF2B5EF4-FFF2-40B4-BE49-F238E27FC236}">
                <a16:creationId xmlns:a16="http://schemas.microsoft.com/office/drawing/2014/main" id="{552AFC2E-067B-6B5F-B9CD-D887F2F58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ชื่อเรื่อง 4">
            <a:extLst>
              <a:ext uri="{FF2B5EF4-FFF2-40B4-BE49-F238E27FC236}">
                <a16:creationId xmlns:a16="http://schemas.microsoft.com/office/drawing/2014/main" id="{4DBC9400-99D7-0BE3-E91B-255D6639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37034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CFAA2-5053-12DE-0E38-62CB0F72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age 4k Wallpapers - Wallpaper Cave">
            <a:extLst>
              <a:ext uri="{FF2B5EF4-FFF2-40B4-BE49-F238E27FC236}">
                <a16:creationId xmlns:a16="http://schemas.microsoft.com/office/drawing/2014/main" id="{0AEB3181-CA29-67FE-791F-7474360EA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0504A90-84D1-6778-6039-F9A904828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solidFill>
            <a:srgbClr val="2757A3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องค์บริสุทธิ์ พระองค์ทรงงดงาม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920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49792-C34F-DE54-2953-D9855D044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age 4k Wallpapers - Wallpaper Cave">
            <a:extLst>
              <a:ext uri="{FF2B5EF4-FFF2-40B4-BE49-F238E27FC236}">
                <a16:creationId xmlns:a16="http://schemas.microsoft.com/office/drawing/2014/main" id="{5DFC3BDC-DAC7-B371-98C9-B0D009923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4798FDB-25F2-6D92-D301-41D95354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solidFill>
            <a:srgbClr val="2757A3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พระองค์ทรงประทับ ในที่สูงเบื้องบน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651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9D0C-4A28-75B7-7916-47C9EA18D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age 4k Wallpapers - Wallpaper Cave">
            <a:extLst>
              <a:ext uri="{FF2B5EF4-FFF2-40B4-BE49-F238E27FC236}">
                <a16:creationId xmlns:a16="http://schemas.microsoft.com/office/drawing/2014/main" id="{6C11BCE1-0AEF-5EB9-2689-FDFEE4B6A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E684A4D-457C-70A2-BF0D-54B8FE4B4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solidFill>
            <a:srgbClr val="2757A3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องค์สันติราช พระองค์ทรงครอบครอง 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153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CF64-072F-6CFE-DE81-7B88571F5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age 4k Wallpapers - Wallpaper Cave">
            <a:extLst>
              <a:ext uri="{FF2B5EF4-FFF2-40B4-BE49-F238E27FC236}">
                <a16:creationId xmlns:a16="http://schemas.microsoft.com/office/drawing/2014/main" id="{273736F7-13CF-D3A2-5C67-DCF026743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7D6B7EA-31E4-C63D-4D5C-A17E4717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solidFill>
            <a:srgbClr val="2757A3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และสันติภาพในพระองค์ ไม่มีที่สิ้นสุด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050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C873B-6D4B-1247-A276-9FCEC56C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age 4k Wallpapers - Wallpaper Cave">
            <a:extLst>
              <a:ext uri="{FF2B5EF4-FFF2-40B4-BE49-F238E27FC236}">
                <a16:creationId xmlns:a16="http://schemas.microsoft.com/office/drawing/2014/main" id="{0822B48B-1E8D-0F46-E707-F9A643B98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BA6E427-6330-90D7-1416-7ACD44925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solidFill>
            <a:srgbClr val="2757A3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พระองค์ทรงสมควร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868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46E2C-926A-1371-EF03-5008F9413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age 4k Wallpapers - Wallpaper Cave">
            <a:extLst>
              <a:ext uri="{FF2B5EF4-FFF2-40B4-BE49-F238E27FC236}">
                <a16:creationId xmlns:a16="http://schemas.microsoft.com/office/drawing/2014/main" id="{F24F0774-FC1D-4DF1-B3C6-8712CA02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0F70735-C3AB-8CDC-91CE-43C18E5CA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solidFill>
            <a:srgbClr val="2757A3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พระองค์ทรงเป็นผู้เดียว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068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CC228-E391-145A-4B6B-0863EFBEF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age 4k Wallpapers - Wallpaper Cave">
            <a:extLst>
              <a:ext uri="{FF2B5EF4-FFF2-40B4-BE49-F238E27FC236}">
                <a16:creationId xmlns:a16="http://schemas.microsoft.com/office/drawing/2014/main" id="{4529C294-ECDC-F7BF-023E-4F02164AE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8381AC8-1E44-251D-898C-1E987EF2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solidFill>
            <a:srgbClr val="2757A3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ที่ข้าจะนอบน้อมวันทา</a:t>
            </a:r>
            <a: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ถวายนมัสการ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4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047CA-6068-748F-D26A-94764FD42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age 4k Wallpapers - Wallpaper Cave">
            <a:extLst>
              <a:ext uri="{FF2B5EF4-FFF2-40B4-BE49-F238E27FC236}">
                <a16:creationId xmlns:a16="http://schemas.microsoft.com/office/drawing/2014/main" id="{C237C74C-CA29-D30E-3DEE-506CA7F04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FDCB9B0-6BAB-10B1-F0BB-F8D19E20C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solidFill>
            <a:srgbClr val="2757A3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พระเจ้าของข้า ตลอดนิรันดร์ 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78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42509-97E0-3102-F6AF-1D0B0BA29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age 4k Wallpapers - Wallpaper Cave">
            <a:extLst>
              <a:ext uri="{FF2B5EF4-FFF2-40B4-BE49-F238E27FC236}">
                <a16:creationId xmlns:a16="http://schemas.microsoft.com/office/drawing/2014/main" id="{4BE1461A-BBE7-8880-BC30-AA390F609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B38C24A-E88B-583B-103E-9B51F5A06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4323"/>
            <a:ext cx="10515600" cy="2519464"/>
          </a:xfrm>
          <a:solidFill>
            <a:srgbClr val="2757A3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และข้าวางทุกสิ่ง</a:t>
            </a:r>
            <a: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br>
              <a:rPr lang="en-U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ต่อหน้าพระบัลลังก์พระองค์ 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372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10F3-CCB7-DE49-3147-5F7212428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age 4k Wallpapers - Wallpaper Cave">
            <a:extLst>
              <a:ext uri="{FF2B5EF4-FFF2-40B4-BE49-F238E27FC236}">
                <a16:creationId xmlns:a16="http://schemas.microsoft.com/office/drawing/2014/main" id="{8D7DC55B-7EB3-8265-A8B2-236D90766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1260C04-86DF-1EAE-9847-EFD55D07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solidFill>
            <a:srgbClr val="2757A3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เพราะพระองค์เพียงผู้เดียว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0711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23BCF-E49F-B186-9A2B-43ADDA3B4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tage 4k Wallpapers - Wallpaper Cave">
            <a:extLst>
              <a:ext uri="{FF2B5EF4-FFF2-40B4-BE49-F238E27FC236}">
                <a16:creationId xmlns:a16="http://schemas.microsoft.com/office/drawing/2014/main" id="{46D88407-B116-DD6F-E91B-44D539B9E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078B5B7-23EC-1679-112F-9F67CADC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solidFill>
            <a:srgbClr val="2757A3"/>
          </a:solidFill>
        </p:spPr>
        <p:txBody>
          <a:bodyPr>
            <a:normAutofit/>
          </a:bodyPr>
          <a:lstStyle/>
          <a:p>
            <a:pPr algn="ctr"/>
            <a:r>
              <a:rPr lang="th-TH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ทรงสมควรจะได้รับคำสรรเสริญ</a:t>
            </a:r>
            <a:endParaRPr lang="th-TH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325714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311</Words>
  <Application>Microsoft Office PowerPoint</Application>
  <PresentationFormat>แบบจอกว้าง</PresentationFormat>
  <Paragraphs>91</Paragraphs>
  <Slides>32</Slides>
  <Notes>31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ธีมของ Office</vt:lpstr>
      <vt:lpstr>งานนำเสนอ PowerPoint</vt:lpstr>
      <vt:lpstr>ชีวีเราอยู่ในพระองค์ กำลังเราอยู่ในพระองค์ 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พระเจ้า รักคุณและฉัน พระทรงนำ พ้นภัยโดยพลัน </vt:lpstr>
      <vt:lpstr>เราจะอยู่หนใดจะอยู่ไหนก็ไม่หวั่น  เพราะพระเจ้ารักคุณและฉัน</vt:lpstr>
      <vt:lpstr>แม้ยามที่ฟ้ามืดมิด โลกมลายกลายเป็นผงคลีดิน </vt:lpstr>
      <vt:lpstr>เราจะอยู่ในอ้อมอกพระเจ้า รื่นรมย์สมอุรา</vt:lpstr>
      <vt:lpstr>งานนำเสนอ PowerPoint</vt:lpstr>
      <vt:lpstr>พระองค์ทรงอยู่ในชีวิตฉัน ทรงเฝ้ามองอยู่ทุกเวลา</vt:lpstr>
      <vt:lpstr>พระหัตถ์พระองค์ล้อมชีวา นำฉันให้อยู่ในความชอบธรรม</vt:lpstr>
      <vt:lpstr>และฉันจึงจับตา รอคอยพระศิลา</vt:lpstr>
      <vt:lpstr>จะร้องเพลงสรรเสริญ  เพราะรักพระองค์</vt:lpstr>
      <vt:lpstr>เพราะความรักพระองค์ มั่นคง</vt:lpstr>
      <vt:lpstr>ประคองฉันให้อยู่ ในอ้อมแขนนิรันดร์ </vt:lpstr>
      <vt:lpstr>ไม่เคยทอดทิ้งฉันไป  ไม่ว่าอย่างไร </vt:lpstr>
      <vt:lpstr>ฮาเลลูยา ฮาเลลูยา </vt:lpstr>
      <vt:lpstr>งานนำเสนอ PowerPoint</vt:lpstr>
      <vt:lpstr>องค์บริสุทธิ์ พระองค์ทรงงดงาม</vt:lpstr>
      <vt:lpstr>พระองค์ทรงประทับ ในที่สูงเบื้องบน</vt:lpstr>
      <vt:lpstr>องค์สันติราช พระองค์ทรงครอบครอง </vt:lpstr>
      <vt:lpstr>และสันติภาพในพระองค์ ไม่มีที่สิ้นสุด</vt:lpstr>
      <vt:lpstr>พระองค์ทรงสมควร</vt:lpstr>
      <vt:lpstr>พระองค์ทรงเป็นผู้เดียว</vt:lpstr>
      <vt:lpstr>ที่ข้าจะนอบน้อมวันทา ถวายนมัสการ</vt:lpstr>
      <vt:lpstr>พระเจ้าของข้า ตลอดนิรันดร์ </vt:lpstr>
      <vt:lpstr>และข้าวางทุกสิ่ง  ต่อหน้าพระบัลลังก์พระองค์ </vt:lpstr>
      <vt:lpstr>เพราะพระองค์เพียงผู้เดียว</vt:lpstr>
      <vt:lpstr>ทรงสมควรจะได้รับคำสรรเสริญ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chutipon trirattananurak</dc:creator>
  <cp:lastModifiedBy>chutipon trirattananurak</cp:lastModifiedBy>
  <cp:revision>7</cp:revision>
  <dcterms:created xsi:type="dcterms:W3CDTF">2025-10-18T11:45:45Z</dcterms:created>
  <dcterms:modified xsi:type="dcterms:W3CDTF">2025-10-18T12:24:38Z</dcterms:modified>
</cp:coreProperties>
</file>